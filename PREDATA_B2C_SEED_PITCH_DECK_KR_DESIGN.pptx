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122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5200" b="1">
                <a:solidFill>
                  <a:srgbClr val="F8FAFC"/>
                </a:solidFill>
              </a:rPr>
              <a:t>PRE(D)ATA</a:t>
            </a:r>
            <a:endParaRPr lang="ko-KR" sz="5200"/>
          </a:p>
        </p:txBody>
      </p:sp>
      <p:sp>
        <p:nvSpPr>
          <p:cNvPr id="5" name="Body"/>
          <p:cNvSpPr txBox="1"/>
          <p:nvPr/>
        </p:nvSpPr>
        <p:spPr>
          <a:xfrm>
            <a:off x="780000" y="252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400">
                <a:solidFill>
                  <a:srgbClr val="C7D2FE"/>
                </a:solidFill>
              </a:rPr>
              <a:t>투표와 베팅을 결합한 반복 참여형 예측 마켓 플랫폼</a:t>
            </a:r>
            <a:endParaRPr lang="ko-KR" sz="2400"/>
          </a:p>
          <a:p>
            <a:pPr/>
            <a:r>
              <a:rPr lang="ko-KR" sz="2000">
                <a:solidFill>
                  <a:srgbClr val="A5B4FC"/>
                </a:solidFill>
              </a:rPr>
              <a:t>태그라인: 의견을 행동으로, 행동을 반복 참여로</a:t>
            </a:r>
            <a:endParaRPr lang="ko-KR" sz="2000"/>
          </a:p>
          <a:p>
            <a:pPr/>
            <a:r>
              <a:rPr lang="ko-KR" sz="1800">
                <a:solidFill>
                  <a:srgbClr val="93C5FD"/>
                </a:solidFill>
              </a:rPr>
              <a:t>스테이지: Seed</a:t>
            </a:r>
            <a:endParaRPr lang="ko-KR" sz="18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의견 서비스는 많지만, 반복 참여를 만드는 제품은 적습니다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기존 설문/커뮤니티는 참여 비용이 낮아 신호가 약함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읽고 끝나는 구조로 체류와 재방문이 낮음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유저는 참여 이유가 부족하고 운영자는 성장 루프가 약함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Vote -&gt; Top3 -&gt; Betting -&gt; Settlement 루프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1단계: 질문 투표로 관심도와 방향성 수집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2단계: 상위 질문(Top3)만 마켓으로 전환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3단계: 베팅으로 참여 강도 상승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4단계: 정산/리워드로 다음 참여 동기 생성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한 화면 안에서 참여, 거래, 결과 확인까지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Vote 피드: 카테고리/시간창/팔로잉 기반 질문 탐색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Market 탐색: 라이브/카테고리 기반 거래 진입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My Page: 포지션, 활동, 정산 이력, 랭킹 확인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Question Submit: 사용자 생성 질문 공급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리텐션 중심 설계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즉시 보상: 투표/거래/정산 결과 피드백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사회적 동기: 리더보드, 팔로우, 활동 피드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진행성 동기: 포지션 관리와 누적 성과 확인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공급 확장: 유저 질문 등록 -&gt; 커뮤니티 참여 증가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신뢰와 속도를 동시에 잡는 구조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이중 정산 트랙: OBJECTIVE_RULE / VOTE_RESULT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결과 공개 정책으로 투표/정산 무결성 강화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정책 기반 가드: 중복/악용/저품질 참여 방지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운영 자동화: Top3 선별, 배치 오픈, 라이프사이클 관리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고관여 카테고리에서 시작해 확장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시작 카테고리: 스포츠/크립토/이슈성 주제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초기 전략: 고빈도 주제 + 짧은 참여 사이클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성장 전략: 카테고리 확장 + 질문 공급 자동화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커뮤니티 전략: Creator/활성 유저 중심 확산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현재는 B2C 수익화에 집중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핵심 수익원: 거래/플랫폼 수수료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성장 레버: 참여자 수 x 거래 빈도 x 평균 거래액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단기 목표: 거래량 기반 수익 안정화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장기 옵션: 축적 데이터 상품화(B2B)는 후순위 확장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이미 동작 중인 코어 제품/인프라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구현 범위: 투표, AMM 거래, 정산, 지갑, 리더보드, 마이페이지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API/운영 체계: OpenAPI 그룹화 + 관리자 운영 경로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안정화 기반: 정책 객체 + 감사/원장/정산 흐름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다음 단계: 리텐션 실험과 퍼널 최적화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25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700000" y="94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3600" b="1">
                <a:solidFill>
                  <a:srgbClr val="F8FAFC"/>
                </a:solidFill>
              </a:rPr>
              <a:t>자금으로 성장 속도를 가속합니다</a:t>
            </a:r>
            <a:endParaRPr lang="ko-KR" sz="3600"/>
          </a:p>
        </p:txBody>
      </p:sp>
      <p:sp>
        <p:nvSpPr>
          <p:cNvPr id="5" name="Body"/>
          <p:cNvSpPr txBox="1"/>
          <p:nvPr/>
        </p:nvSpPr>
        <p:spPr>
          <a:xfrm>
            <a:off x="780000" y="1980000"/>
            <a:ext cx="10600000" cy="3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ko-KR" sz="2200">
                <a:solidFill>
                  <a:srgbClr val="E5E7EB"/>
                </a:solidFill>
              </a:rPr>
              <a:t>• Raise: [희망 조달 금액]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Use of Funds: 제품/리텐션 고도화, 성장/유저 확보, 운영/인프라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12개월 목표: DAU, D30 Retention, 월 거래액(GMV)</a:t>
            </a:r>
            <a:endParaRPr lang="ko-KR" sz="2200"/>
          </a:p>
          <a:p>
            <a:pPr/>
            <a:r>
              <a:rPr lang="ko-KR" sz="2200">
                <a:solidFill>
                  <a:srgbClr val="E5E7EB"/>
                </a:solidFill>
              </a:rPr>
              <a:t>• 제품 완성도보다 성장 속도를 증명하는 라운드</a:t>
            </a:r>
            <a:endParaRPr lang="ko-KR" sz="2200"/>
          </a:p>
        </p:txBody>
      </p:sp>
      <p:sp>
        <p:nvSpPr>
          <p:cNvPr id="6" name="Footer"/>
          <p:cNvSpPr txBox="1"/>
          <p:nvPr/>
        </p:nvSpPr>
        <p:spPr>
          <a:xfrm>
            <a:off x="700000" y="635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/>
            <a:r>
              <a:rPr lang="en-US" sz="1400">
                <a:solidFill>
                  <a:srgbClr val="94A3B8"/>
                </a:solidFill>
              </a:rPr>
              <a:t>PRE(D)ATA  |  Seed Pitch</a:t>
            </a:r>
            <a:endParaRPr lang="en-US" sz="14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Notes>0</Notes>
  <HiddenSlides>0</HiddenSlides>
  <MMClips>0</MMClip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PRE(D)ATA B2C Seed Pitch Deck (Design)</dc:title>
  <dc:creator>Codex</dc:creator>
  <cp:lastModifiedBy>Codex</cp:lastModifiedBy>
  <dcterms:created xsi:type="dcterms:W3CDTF">2026-03-05T18:57:29Z</dcterms:created>
  <dcterms:modified xsi:type="dcterms:W3CDTF">2026-03-05T18:57:29Z</dcterms:modified>
</cp:coreProperties>
</file>